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1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CFDA-8668-4D5C-B534-6F5276CE5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06DC3-2E9F-4555-BA4A-08C72F1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49D88-E14E-4788-A258-300454B9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6F892-8D9C-4127-8D49-6DC466DA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F4DCA-F87F-494B-8F01-8B327AAF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8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7D26-0C7F-47A5-87BD-43C65414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9721-BED0-47D2-B9E4-272276D0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FFB1-BDDC-4CC3-9FE3-1C6127BB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C29D-B2AA-4FC1-834A-18D9E909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9451-FEBC-4EEA-A528-9AE2AB57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0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1C2A-2A26-4932-8F34-42D0222F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BF3BF-8A19-45EA-BA6C-888DF5F49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D95A-8D38-4FA1-B1EB-38F93BD6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56859-1189-4C20-A45B-77473400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80908-C9DC-4D03-A850-E5C863554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78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8946-E2F5-46C1-9C03-53101B0C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D3595-ADC3-40F1-A74B-0B0F2489F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61CC0-68D0-48E7-B58D-2C6C87B8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4C3AE-4077-43D8-99C1-A44DE2C5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AF4BF-F0A1-4B94-B60F-24F4E8DB1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2DDF7-0BF0-42E2-9D64-7927783A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76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BF65-80ED-4CE1-BD45-ACA5FD2AF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3E158-AF60-4F28-A812-4B119455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1CECF-1B65-4905-97BC-8781A7ED8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10AA2-0B5E-4516-9B78-F5612A897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9AB75-2660-4345-AF98-0FAF1EFE7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4F22B-9C03-4B61-A28A-A6D5866E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A6A09-E839-4526-8AF4-36EBBD69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FD884-C935-4A23-97E8-A26E8025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4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2C1B-61EF-40F5-889C-31F686D9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83E81-6CE3-44B9-807D-E608E121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FCDF5-7EF2-496C-8053-6E3323F0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CFFF3-BA2B-4E0F-9FA6-10F9C521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145DF-5E90-40AB-8489-38384A64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4053D-E029-4A07-B79D-1CBD66C7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3321-3EBE-4F40-99F4-8ED5C640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8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59D9-3BCE-49C6-AA6A-48B831C6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5B41-E4A3-44ED-B1A1-0AED5E304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5241E-DBE3-4339-B7DB-87A6D823E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40BCC-741C-4148-B062-6BF6BDE5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889D9-BD34-4142-9665-E84CE4EC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4021-05DF-4B1A-8C63-FE289181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634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7166-E782-4699-8007-E2234629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AAA81-0978-40C3-9C06-0E77FB140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651C0-2D08-48B5-AF89-56BE350CD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1D020-E1F8-4868-BB37-726D6CD6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A252B-791E-4705-BB59-A268D152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2FDEE-9935-4877-8E2F-15401EB7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4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2345-C930-461E-A9D9-085BC217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0A52F-C5A6-4B75-9B49-EFB66A9FB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DE07-C90E-4E04-8D42-E30DC0AD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1A4F-579C-43D5-AB4A-EB1BDA98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D378-779A-4685-B854-B143E3F6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91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394E7-49A4-4741-A43F-EA0FDCA5F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0D50F-D728-43A5-A6F6-B87307E6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96144-448C-43AE-81E1-BA1F2C18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C1DD-EA50-4AAE-977E-8CD28C14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99693-53B9-44CF-9BC5-5770C7E0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83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8949C-9413-4721-8A9D-92928BF3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FA0D1-E64C-477D-9B84-259BFA082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FA8BB-6371-408A-9E1B-5EB82C182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5A2AA-DCDA-4777-9B59-1F4F5023608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CBED-E219-4D0A-8132-F796797F9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3A83-1087-4943-BAB6-BA61261D6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6937C-BA8A-4283-ABF6-AED65F7C8B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6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DF43-3F66-4713-815F-5755751AC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1" y="547078"/>
            <a:ext cx="6220557" cy="4259384"/>
          </a:xfrm>
        </p:spPr>
        <p:txBody>
          <a:bodyPr>
            <a:normAutofit fontScale="90000"/>
          </a:bodyPr>
          <a:lstStyle/>
          <a:p>
            <a:r>
              <a:rPr lang="en-IN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risk assessment &amp; threat intelligence platform</a:t>
            </a:r>
            <a:br>
              <a:rPr lang="en-IN" dirty="0"/>
            </a:br>
            <a:endParaRPr lang="en-IN" dirty="0"/>
          </a:p>
        </p:txBody>
      </p:sp>
      <p:pic>
        <p:nvPicPr>
          <p:cNvPr id="1026" name="Picture 2" descr="Cyber Risk - 1st Advanced training week - EU-SDFA">
            <a:extLst>
              <a:ext uri="{FF2B5EF4-FFF2-40B4-BE49-F238E27FC236}">
                <a16:creationId xmlns:a16="http://schemas.microsoft.com/office/drawing/2014/main" id="{1B77F473-F2D2-2CFE-D705-D00B3AC8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415" y="0"/>
            <a:ext cx="58532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3540E-3AFA-C082-4316-7763844DC62C}"/>
              </a:ext>
            </a:extLst>
          </p:cNvPr>
          <p:cNvSpPr txBox="1"/>
          <p:nvPr/>
        </p:nvSpPr>
        <p:spPr>
          <a:xfrm>
            <a:off x="133351" y="5314462"/>
            <a:ext cx="428234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Paidimarry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Sumanjali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Sikakollu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vaibhavi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40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017CD9-17C2-9FA8-490E-0AF3C665577B}"/>
              </a:ext>
            </a:extLst>
          </p:cNvPr>
          <p:cNvSpPr txBox="1"/>
          <p:nvPr/>
        </p:nvSpPr>
        <p:spPr>
          <a:xfrm>
            <a:off x="250092" y="351692"/>
            <a:ext cx="8893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E2684-4DBE-DC60-A31B-D4E85CC5B971}"/>
              </a:ext>
            </a:extLst>
          </p:cNvPr>
          <p:cNvSpPr txBox="1"/>
          <p:nvPr/>
        </p:nvSpPr>
        <p:spPr>
          <a:xfrm>
            <a:off x="250093" y="1101969"/>
            <a:ext cx="8893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 Security Challenges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847497F-EE82-3FD1-B3EF-BD142A66D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92" y="-233338"/>
            <a:ext cx="11941908" cy="527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vulnerability analysis is slow and inefficient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scan data is difficult to interpret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prioritization of risks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 landscape changes continuously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tools for analysis </a:t>
            </a:r>
          </a:p>
        </p:txBody>
      </p:sp>
    </p:spTree>
    <p:extLst>
      <p:ext uri="{BB962C8B-B14F-4D97-AF65-F5344CB8AC3E}">
        <p14:creationId xmlns:p14="http://schemas.microsoft.com/office/powerpoint/2010/main" val="301862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7B06481-A0FD-5C7E-FF28-54D4425C0947}"/>
              </a:ext>
            </a:extLst>
          </p:cNvPr>
          <p:cNvSpPr txBox="1"/>
          <p:nvPr/>
        </p:nvSpPr>
        <p:spPr>
          <a:xfrm>
            <a:off x="226646" y="273538"/>
            <a:ext cx="8917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BBB61335-D911-342F-857B-6B1EB06023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6646" y="749621"/>
            <a:ext cx="11965351" cy="4734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Cyber Risk Intelligence Platform automates the process of scanning a target system, analyzing vulnerabilities, and presenting the results in a clear and structured format.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Nmap for network scanning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threat intelligence, enabling both technical and contextual analysis of security risks.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custom risk scoring model is used to prioritize vulnerabilities based on their severity and potential impact.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interactive dashboard, email notifications for critical issues, and PDF reports for documentation and sharing. </a:t>
            </a:r>
          </a:p>
        </p:txBody>
      </p:sp>
    </p:spTree>
    <p:extLst>
      <p:ext uri="{BB962C8B-B14F-4D97-AF65-F5344CB8AC3E}">
        <p14:creationId xmlns:p14="http://schemas.microsoft.com/office/powerpoint/2010/main" val="160435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24208-16B9-99A8-C139-165997027E02}"/>
              </a:ext>
            </a:extLst>
          </p:cNvPr>
          <p:cNvSpPr txBox="1"/>
          <p:nvPr/>
        </p:nvSpPr>
        <p:spPr>
          <a:xfrm>
            <a:off x="187569" y="179754"/>
            <a:ext cx="89564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84C7DE5-E8D0-5490-D480-162BD486931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7569" y="466579"/>
            <a:ext cx="12004430" cy="584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user begins by entering a target domain or IP address, which acts as the input for the entire analysis process.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a network scan using Nmap to identify open ports, services, and versions running on the target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scan results are then enriched using Virus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API, which provides additional threat intelligence such as malicious reports and reputation scores.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normalized and processed to calculate different risk metrics, which are then combined into a final risk score.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displayed through a dashboard and also used to trigger email alerts and generate PDF reports. </a:t>
            </a:r>
          </a:p>
        </p:txBody>
      </p:sp>
    </p:spTree>
    <p:extLst>
      <p:ext uri="{BB962C8B-B14F-4D97-AF65-F5344CB8AC3E}">
        <p14:creationId xmlns:p14="http://schemas.microsoft.com/office/powerpoint/2010/main" val="24539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FDBFD3-A1C7-BDF8-B8FF-57C4981F9580}"/>
              </a:ext>
            </a:extLst>
          </p:cNvPr>
          <p:cNvSpPr txBox="1"/>
          <p:nvPr/>
        </p:nvSpPr>
        <p:spPr>
          <a:xfrm>
            <a:off x="117231" y="203200"/>
            <a:ext cx="8995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F71CA4-CE79-69CC-9915-8E550B3E41F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231" y="787976"/>
            <a:ext cx="12074766" cy="480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Nmap is used to perform detailed network scanning, providing information such as IP address, port numbers, protocols, service names, and software versions running on the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data helps in identifying which services are exposed and whether they may pose potential security risks.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enrich the data by providing threat intelligence, including malicious reports, suspicious activity, harmless counts, and community reputation scores.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contextual information such as country, network range, and threat categories is also collected to enhance analysis. </a:t>
            </a:r>
          </a:p>
        </p:txBody>
      </p:sp>
    </p:spTree>
    <p:extLst>
      <p:ext uri="{BB962C8B-B14F-4D97-AF65-F5344CB8AC3E}">
        <p14:creationId xmlns:p14="http://schemas.microsoft.com/office/powerpoint/2010/main" val="141188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FBD6A0-193F-B8E1-F234-F1EF24DBF032}"/>
              </a:ext>
            </a:extLst>
          </p:cNvPr>
          <p:cNvSpPr txBox="1"/>
          <p:nvPr/>
        </p:nvSpPr>
        <p:spPr>
          <a:xfrm>
            <a:off x="250093" y="250092"/>
            <a:ext cx="8893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Engine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33B14B9-160D-D20C-DA02-748CE36A93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0093" y="908513"/>
            <a:ext cx="11074399" cy="49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an Exposure Score based on how dangerous the open ports and services are, with higher scores assigned to risky services like Telnet or FTP.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Threat Score is calculated using Virus Total data, where malicious and suspicious reports are given higher weight compared to harmless results.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Context Score is used to include environmental factors such as geographic risk or known malicious categories associated with the IP.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Risk Score is calculated using a weighted formula that combines all three scores to provide a balanced and accurate risk assessment.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final score, the system classifies the severity into categories such as Low, Medium, High, and Critical. </a:t>
            </a:r>
          </a:p>
        </p:txBody>
      </p:sp>
    </p:spTree>
    <p:extLst>
      <p:ext uri="{BB962C8B-B14F-4D97-AF65-F5344CB8AC3E}">
        <p14:creationId xmlns:p14="http://schemas.microsoft.com/office/powerpoint/2010/main" val="394162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682811-B3DA-867A-26F5-409D5FB168F9}"/>
              </a:ext>
            </a:extLst>
          </p:cNvPr>
          <p:cNvSpPr txBox="1"/>
          <p:nvPr/>
        </p:nvSpPr>
        <p:spPr>
          <a:xfrm>
            <a:off x="273538" y="265723"/>
            <a:ext cx="88704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120A0ED-D742-7C76-C496-BAFEE817B81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9753" y="746226"/>
            <a:ext cx="6588370" cy="520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clear and interactive interface that displays key metrics such as target IP, number of open ports, risk score, and threat score.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quickly understand the security posture of the system without needing to analyze raw data manually.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is designed to be user-friendly, ensuring that even complex security data is presented in an understandable way.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also lists all detected services, allowing users to identify which services are exposed and require attention.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5E308-3A70-FEB3-4DFA-A7E97BC9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6" t="2176" r="5655" b="3874"/>
          <a:stretch>
            <a:fillRect/>
          </a:stretch>
        </p:blipFill>
        <p:spPr>
          <a:xfrm>
            <a:off x="7315200" y="203200"/>
            <a:ext cx="4454770" cy="644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777FBE-EDE1-937A-E481-7F919121DFC2}"/>
              </a:ext>
            </a:extLst>
          </p:cNvPr>
          <p:cNvSpPr txBox="1"/>
          <p:nvPr/>
        </p:nvSpPr>
        <p:spPr>
          <a:xfrm>
            <a:off x="234461" y="179753"/>
            <a:ext cx="8690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Visualization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96B207-C9AA-30CE-DBAD-F56800C350C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231" y="579297"/>
            <a:ext cx="6525846" cy="528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severity distribution chart visually represents the proportion of Low, Medium, High, and Critical risks detected in the system.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users quickly assess the overall health of the network and identify whether immediate action is required.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summarizing risk levels into percentages, the chart,  provides a clear overview of how vulnerabilities are distributed across the system.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65776-3E6B-FBDC-CB46-A45151DA6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9" t="3883" r="8789" b="6698"/>
          <a:stretch>
            <a:fillRect/>
          </a:stretch>
        </p:blipFill>
        <p:spPr>
          <a:xfrm>
            <a:off x="6752492" y="472140"/>
            <a:ext cx="5322278" cy="558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7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5DB1F1-D9C9-7AE2-C61A-2C999E1E8F9B}"/>
              </a:ext>
            </a:extLst>
          </p:cNvPr>
          <p:cNvSpPr txBox="1"/>
          <p:nvPr/>
        </p:nvSpPr>
        <p:spPr>
          <a:xfrm>
            <a:off x="171938" y="281354"/>
            <a:ext cx="8972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Service-Level Risk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D8329-AC0D-41A5-9716-EE9A01C71676}"/>
              </a:ext>
            </a:extLst>
          </p:cNvPr>
          <p:cNvSpPr txBox="1"/>
          <p:nvPr/>
        </p:nvSpPr>
        <p:spPr>
          <a:xfrm rot="10800000">
            <a:off x="3259014" y="3569899"/>
            <a:ext cx="5884985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7A1474-773E-E79E-F0B7-76F8A645825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12615" y="521749"/>
            <a:ext cx="5884985" cy="5884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risk score by service chart provides a detailed comparison of how different services contribute to the overall risk of the system.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High-risk services such as Telnet and FTP are clearly highlighted, helping users prioritize which services need to be secured or disabled.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Lower-risk services like SSH and HTTP are also shown, allowing for a complete understanding of the system’s exposure.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in making informed decisions about service configurations and security improvements.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6F5F8A-6A68-01DB-53C9-1857FAC3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" t="2458" r="2226" b="2458"/>
          <a:stretch>
            <a:fillRect/>
          </a:stretch>
        </p:blipFill>
        <p:spPr>
          <a:xfrm>
            <a:off x="6455507" y="1195753"/>
            <a:ext cx="5259868" cy="431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14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48DBC-9AC8-8A54-E19C-A185F6FDD312}"/>
              </a:ext>
            </a:extLst>
          </p:cNvPr>
          <p:cNvSpPr txBox="1"/>
          <p:nvPr/>
        </p:nvSpPr>
        <p:spPr>
          <a:xfrm>
            <a:off x="132862" y="289169"/>
            <a:ext cx="9011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&amp; 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6CEA946-5F95-661E-5C59-E93A0DC965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6984" y="514411"/>
            <a:ext cx="5900614" cy="530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generates a comprehensive output that includes an interactive dashboard, historical scan tracking, and trend analysis for better decision-making.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alerts are automatically sent when critical vulnerabilities are detected, ensuring that users are notified immediately and can take quick action.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detailed PDF report is generated, which can be used for documentation, sharing, and further analysis of security findings.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an efficient and automated way to identify, analyze, and prioritize security risks, making it a valuable tool for improving network security.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FFADA5-D7AD-C83E-9BA3-CA152040F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542" b="14798"/>
          <a:stretch>
            <a:fillRect/>
          </a:stretch>
        </p:blipFill>
        <p:spPr>
          <a:xfrm>
            <a:off x="6237881" y="1318010"/>
            <a:ext cx="5812238" cy="353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821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Cyber risk assessment &amp; threat intelligence platform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Sikakollu</dc:creator>
  <cp:lastModifiedBy>suma anjali</cp:lastModifiedBy>
  <cp:revision>2</cp:revision>
  <dcterms:created xsi:type="dcterms:W3CDTF">2026-03-27T12:10:45Z</dcterms:created>
  <dcterms:modified xsi:type="dcterms:W3CDTF">2026-03-27T18:44:20Z</dcterms:modified>
</cp:coreProperties>
</file>